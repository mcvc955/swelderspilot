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1" r:id="rId3"/>
    <p:sldId id="262" r:id="rId4"/>
    <p:sldId id="257" r:id="rId5"/>
    <p:sldId id="258" r:id="rId6"/>
    <p:sldId id="260" r:id="rId7"/>
    <p:sldId id="263" r:id="rId8"/>
    <p:sldId id="265" r:id="rId9"/>
    <p:sldId id="266" r:id="rId10"/>
    <p:sldId id="267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60" d="100"/>
          <a:sy n="60" d="100"/>
        </p:scale>
        <p:origin x="908" y="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BBB37-C23B-A232-A112-6A0CA2D658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26D4F5-8DB8-338F-5024-D9DE7DE8DF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257B86-03DE-4246-0A9B-02282E6C4A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C36502-4F13-46EE-971C-7BB802FA72EE}" type="datetimeFigureOut">
              <a:rPr lang="en-GB" smtClean="0"/>
              <a:t>12/02/2026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DBB61A-CD2C-1981-C704-23EE5C0A4C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C54BD7-85C4-95F8-1B6D-EC88362BC3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1312F-515F-48B4-A91D-EBB5D475536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01729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7E1521-C72D-896E-32CA-BE9B5CBD70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73CD23-82B3-668B-9089-64F9D38D06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DD5F15-6957-4C09-9600-7F63451B98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C36502-4F13-46EE-971C-7BB802FA72EE}" type="datetimeFigureOut">
              <a:rPr lang="en-GB" smtClean="0"/>
              <a:t>12/02/2026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9D9F3F-D6DB-FD1D-3D86-A565772930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7B7821-AD3B-DF12-1D29-534B13B7CA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1312F-515F-48B4-A91D-EBB5D475536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681521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C88701-DA23-B458-3138-DE5C72DF60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6A0844-9A90-B5CD-BE1F-0F53087B64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54368C-76D5-55EF-E1F7-37547ED13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C36502-4F13-46EE-971C-7BB802FA72EE}" type="datetimeFigureOut">
              <a:rPr lang="en-GB" smtClean="0"/>
              <a:t>12/02/2026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C3D8B9-64A3-8A7D-5990-204BF8C419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F5EEDA-D755-7CE3-7038-DD3C5D5B55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1312F-515F-48B4-A91D-EBB5D475536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76356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7A1D2A-1C14-4DF0-ED5D-3001093BBD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A0AC3E-2228-2DB5-7C32-4DBCFE62C2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34FBB6-64D2-06E2-63A9-3040B5B744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72F092-47DA-5FB2-4667-571B31C3EA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C36502-4F13-46EE-971C-7BB802FA72EE}" type="datetimeFigureOut">
              <a:rPr lang="en-GB" smtClean="0"/>
              <a:t>12/02/2026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5EAE7B-CCC7-4463-472E-7418BEC777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D6CF65-7E91-2226-140B-D4D631CE0A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1312F-515F-48B4-A91D-EBB5D475536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578341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C62CD-3FD8-3841-BB4A-F8EFB9ED96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2AC46E-4D42-3852-FC3C-17181FF1AC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EC35CD-9737-CA24-F0A0-1403F6CC24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A49BED3-FAF7-C91C-3846-71CE87AF53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B075B89-A7FD-6705-F4C9-DDE9B29EF82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5960AFE-1A8C-698E-77C8-99A07260A0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C36502-4F13-46EE-971C-7BB802FA72EE}" type="datetimeFigureOut">
              <a:rPr lang="en-GB" smtClean="0"/>
              <a:t>12/02/2026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3597111-2E58-5630-032C-6CA52D2AA8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8091078-5082-F2FB-806C-E4E6D5BD66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1312F-515F-48B4-A91D-EBB5D475536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992647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E95284-633D-C261-3789-BB22FCAED7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CFF37A6-53E6-A9CB-F3D9-3047D9CBF4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C36502-4F13-46EE-971C-7BB802FA72EE}" type="datetimeFigureOut">
              <a:rPr lang="en-GB" smtClean="0"/>
              <a:t>12/02/2026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E58D94E-E608-9598-CF15-BBE2B98655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00710F-6A58-7867-5712-933BEE2419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1312F-515F-48B4-A91D-EBB5D475536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361299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148A677-57D8-9457-6F76-5676AF34D7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C36502-4F13-46EE-971C-7BB802FA72EE}" type="datetimeFigureOut">
              <a:rPr lang="en-GB" smtClean="0"/>
              <a:t>12/02/2026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527E1E3-DF89-BACA-5D26-C8A88EEDD7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E3314B-C153-95B2-C84D-83950BC73A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1312F-515F-48B4-A91D-EBB5D475536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9572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B0101A-EAE6-7555-F95D-7BAC7001FB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AA8E1A-C230-15B5-56EE-A2975AC9A7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439246-5404-218A-94CC-CDF54AECC9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BEC736-B3AD-A6F7-4547-3082AF6A46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C36502-4F13-46EE-971C-7BB802FA72EE}" type="datetimeFigureOut">
              <a:rPr lang="en-GB" smtClean="0"/>
              <a:t>12/02/2026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381722-55D6-2895-A77E-763CFEA2A1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8E792B-F277-106D-B58C-F1E4E0B1CD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1312F-515F-48B4-A91D-EBB5D475536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740447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961B59-83FC-B6DB-B508-FEFF58DA14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D2351F7-7524-41C7-8F98-2286CEE7B1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6CF1AB-8389-9017-2C06-5E2C2492EC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C384FC-39AF-1CF0-5B15-FD1887C640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C36502-4F13-46EE-971C-7BB802FA72EE}" type="datetimeFigureOut">
              <a:rPr lang="en-GB" smtClean="0"/>
              <a:t>12/02/2026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22D7D4-87C3-2E64-08FA-79F1152DED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C7C1E8-C0A1-20FC-A75D-E05201170E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1312F-515F-48B4-A91D-EBB5D475536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522931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121575-494C-F656-EC5F-329B42BFC8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3C4DD1B-B2BD-17FF-3896-81241DD5B8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B357D6-CDA9-C98A-7225-95BE3B30FC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C36502-4F13-46EE-971C-7BB802FA72EE}" type="datetimeFigureOut">
              <a:rPr lang="en-GB" smtClean="0"/>
              <a:t>12/02/2026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B5EC8-FE8D-F9B6-1E0A-2C9B065637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C9F54A-99B7-AB97-A363-0A0518C48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1312F-515F-48B4-A91D-EBB5D475536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610886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327FC92-A8F2-CA7D-F1D4-55DE9BF3FE6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8BDABD-49BB-EEEB-38A3-9B077BCDCB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8E5874-7584-7656-4754-8B95DEF773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C36502-4F13-46EE-971C-7BB802FA72EE}" type="datetimeFigureOut">
              <a:rPr lang="en-GB" smtClean="0"/>
              <a:t>12/02/2026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35BB80-CD25-2E13-DFD6-6469C636D2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A2E31B-1794-389D-0B6F-DD552B0DA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1312F-515F-48B4-A91D-EBB5D475536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306475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EDA3797-0994-047F-DFF6-248E08BB9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458FEF-26E2-3677-5629-B64FFFE0BD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20B6AA-025A-E94B-4F46-6BBA945B01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AC36502-4F13-46EE-971C-7BB802FA72EE}" type="datetimeFigureOut">
              <a:rPr lang="en-GB" smtClean="0"/>
              <a:t>12/02/2026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5F9C22-A231-9C4D-E87B-22EA0F93D1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E11280-4F53-C718-20BF-2CBB9A249F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341312F-515F-48B4-A91D-EBB5D475536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473956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ssa.gov/OACT/babynames/index.html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E2109-39C2-3549-2AB8-66F8DF36FC1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Names for Face-Name Task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C125A8-8ACC-03F8-35F7-68FCE49FA79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Taken from the 70 most common names in the US 2024</a:t>
            </a:r>
          </a:p>
          <a:p>
            <a:r>
              <a:rPr lang="en-GB" dirty="0"/>
              <a:t>From the social security agency website </a:t>
            </a:r>
          </a:p>
          <a:p>
            <a:r>
              <a:rPr lang="en-GB" dirty="0">
                <a:hlinkClick r:id="rId2"/>
              </a:rPr>
              <a:t>https://www.ssa.gov/OACT/babynames/index.html</a:t>
            </a:r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757203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5DE694-1B51-8BE8-F3FD-EC360231B5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Read 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B8D9C4-B1ED-BA5F-FEE7-D5C7BBD44F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3498"/>
            <a:ext cx="10515600" cy="4773465"/>
          </a:xfrm>
        </p:spPr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138116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8904462-070A-043D-F2DD-6B5440BEF8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Original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801761-5226-266E-91FD-FCAD8CE77F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777106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BAC057-1B29-2EA3-DA0B-BE4C3A1DD9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46657"/>
            <a:ext cx="10515600" cy="1325563"/>
          </a:xfrm>
        </p:spPr>
        <p:txBody>
          <a:bodyPr/>
          <a:lstStyle/>
          <a:p>
            <a:pPr algn="ctr"/>
            <a:r>
              <a:rPr lang="en-GB" dirty="0"/>
              <a:t>Men 16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868B34-ADEF-E2F5-62B3-C54831AFB2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05579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GB" dirty="0"/>
              <a:t>Liam, Noah, Oliver, Theodore, James, Henry, Mateo, Elijah, Lucas, William, Benjamin, Levi</a:t>
            </a:r>
          </a:p>
          <a:p>
            <a:endParaRPr lang="en-GB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67A0AC4-4A82-4E66-6C79-FBBA1BCF9208}"/>
              </a:ext>
            </a:extLst>
          </p:cNvPr>
          <p:cNvSpPr txBox="1">
            <a:spLocks/>
          </p:cNvSpPr>
          <p:nvPr/>
        </p:nvSpPr>
        <p:spPr>
          <a:xfrm>
            <a:off x="955158" y="331379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dirty="0"/>
              <a:t>Women 16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A876272-158C-4A4F-F54C-5759EE10E5F7}"/>
              </a:ext>
            </a:extLst>
          </p:cNvPr>
          <p:cNvSpPr txBox="1">
            <a:spLocks/>
          </p:cNvSpPr>
          <p:nvPr/>
        </p:nvSpPr>
        <p:spPr>
          <a:xfrm>
            <a:off x="955158" y="4274069"/>
            <a:ext cx="10515600" cy="10557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it-IT" dirty="0"/>
              <a:t>Olivia, Emma, Amelia, Charlotte, Mia, Sophia, Isabella, Evelyn, Ava, Sofia, Camila, Harper, 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272507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7F32C1-A6BF-6954-A5D9-51BA97808B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Men 34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9A70AE-57E3-039F-5F60-5648B88E00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4525" y="1333495"/>
            <a:ext cx="10515600" cy="1603375"/>
          </a:xfrm>
        </p:spPr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en-GB" dirty="0"/>
              <a:t>Liam, Noah, Oliver, Theodore, James, Henry, Mateo, Elijah, Lucas, William, Benjamin, Levi, Ezra, Sebastian, Jack, Daniel, Samuel, Michael, Ethan, Asher, John, Hudson, Luca, Leo, Elias, Owen, Alexander, Dylan, Santiago, Julian, David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A1CE7A37-7D21-ED6F-C43C-ECC52796344B}"/>
              </a:ext>
            </a:extLst>
          </p:cNvPr>
          <p:cNvSpPr txBox="1">
            <a:spLocks/>
          </p:cNvSpPr>
          <p:nvPr/>
        </p:nvSpPr>
        <p:spPr>
          <a:xfrm>
            <a:off x="955158" y="331379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dirty="0"/>
              <a:t>Women 34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BAAB7074-E326-3B3B-6977-10513930DA8B}"/>
              </a:ext>
            </a:extLst>
          </p:cNvPr>
          <p:cNvSpPr txBox="1">
            <a:spLocks/>
          </p:cNvSpPr>
          <p:nvPr/>
        </p:nvSpPr>
        <p:spPr>
          <a:xfrm>
            <a:off x="955158" y="4295334"/>
            <a:ext cx="10515600" cy="1055798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it-IT" dirty="0"/>
              <a:t>Olivia, Emma, Amelia, Charlotte, Mia, Sophia, Isabella, Evelyn, Ava, Sofia, Camila, Harper, Luna, Eleanor, Violet, Aurora, Elizabeth, Eliana, Hazel, Chloe, Ellie, Nora, Gianna, Lily, Emily, Aria, Scarlett, Penelope, Zoe, Ella, Avery</a:t>
            </a:r>
          </a:p>
          <a:p>
            <a:pPr marL="0" indent="0" algn="just">
              <a:buNone/>
            </a:pPr>
            <a:endParaRPr lang="it-IT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784765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08FA8E-A442-D4C4-9A95-98379883C9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314B4E-19F2-082C-C177-5C65CB18D0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Men 68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C0933C-F6A0-4800-7924-D1C8CCF44E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3381" y="1399503"/>
            <a:ext cx="10515600" cy="1603375"/>
          </a:xfrm>
        </p:spPr>
        <p:txBody>
          <a:bodyPr>
            <a:normAutofit fontScale="70000" lnSpcReduction="20000"/>
          </a:bodyPr>
          <a:lstStyle/>
          <a:p>
            <a:pPr marL="0" indent="0" algn="just">
              <a:buNone/>
            </a:pPr>
            <a:r>
              <a:rPr lang="en-GB" dirty="0"/>
              <a:t>Liam, Noah, Oliver, Theodore, James, Henry, Mateo, Elijah, Lucas, William, Benjamin, Levi, Ezra, Sebastian, Jack, Daniel, Samuel, Michael, Ethan, Asher, John, Hudson, Luca, Leo, Elias, Owen, Alexander, Dylan, Santiago, Julian, David, Joseph, Matthew, Luke, Jackson, Maverick, Miles, Wyatt, Thomas, Isaac, Jacob, Mason, Gabriel, Anthony, Carter, Logan, Aiden, Grayson, Caleb, Cooper, Charles, Roman, Josiah, Ezekiel, Thiago, Isaiah, Joshua, Wesley, Jayden, Bennett, Christopher, Nathan, Angel, Nolan, Waylon, Cameron, Brooks, Andrew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14173EB4-56A3-3E13-916F-1EB6758BC7E8}"/>
              </a:ext>
            </a:extLst>
          </p:cNvPr>
          <p:cNvSpPr txBox="1">
            <a:spLocks/>
          </p:cNvSpPr>
          <p:nvPr/>
        </p:nvSpPr>
        <p:spPr>
          <a:xfrm>
            <a:off x="955158" y="300287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dirty="0"/>
              <a:t>Women 68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545F3705-71B3-BE27-05CA-67D1489EC370}"/>
              </a:ext>
            </a:extLst>
          </p:cNvPr>
          <p:cNvSpPr txBox="1">
            <a:spLocks/>
          </p:cNvSpPr>
          <p:nvPr/>
        </p:nvSpPr>
        <p:spPr>
          <a:xfrm>
            <a:off x="1167809" y="4037256"/>
            <a:ext cx="10515600" cy="1055798"/>
          </a:xfrm>
          <a:prstGeom prst="rect">
            <a:avLst/>
          </a:prstGeom>
        </p:spPr>
        <p:txBody>
          <a:bodyPr vert="horz" lIns="91440" tIns="45720" rIns="91440" bIns="45720" rtlCol="0">
            <a:normAutofit fontScale="6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it-IT" dirty="0"/>
              <a:t>Olivia, Emma, Amelia, Charlotte, Mia, Sophia, Isabella, Evelyn, Ava, Sofia, Camila, Harper, Luna, Eleanor, Violet, Aurora, Elizabeth, Eliana, Hazel, Chloe, Ellie, Nora, Gianna, Lily, Emily, Aria, Scarlett, Penelope, Zoe, Ella, Avery, Abigail, Mila, Lucy, Isla, Ivy, Layla, Lainey, Nova, Grace, Willow, Riley, Emilia, Naomi, Elena, Madison, Valentina, Victoria, Stella, Delilah, Maya, Hannah, Leah, Lillian, Genesis, Josephine, Sadie, Adeline, Zoey, Sophie, Paisley, Alice, Ruby, Eloise, Madelyn</a:t>
            </a:r>
          </a:p>
          <a:p>
            <a:pPr marL="0" indent="0" algn="just">
              <a:buNone/>
            </a:pPr>
            <a:endParaRPr lang="it-IT" dirty="0"/>
          </a:p>
          <a:p>
            <a:pPr marL="0" indent="0" algn="just">
              <a:buNone/>
            </a:pPr>
            <a:endParaRPr lang="it-IT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527845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809E24-C126-D431-3EAC-2059066F25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Without Duplicates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0589AE-F103-241F-EC1A-D2D3A4839E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en-GB" dirty="0"/>
              <a:t>Names that are the same but with different spelling were taken out of the list, only one such name was found </a:t>
            </a:r>
          </a:p>
        </p:txBody>
      </p:sp>
    </p:spTree>
    <p:extLst>
      <p:ext uri="{BB962C8B-B14F-4D97-AF65-F5344CB8AC3E}">
        <p14:creationId xmlns:p14="http://schemas.microsoft.com/office/powerpoint/2010/main" val="8018726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932E70-FB1F-476B-5B60-018D6B7169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2E5797-965A-CCB2-9595-4B4C43675F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46657"/>
            <a:ext cx="10515600" cy="1325563"/>
          </a:xfrm>
        </p:spPr>
        <p:txBody>
          <a:bodyPr/>
          <a:lstStyle/>
          <a:p>
            <a:pPr algn="ctr"/>
            <a:r>
              <a:rPr lang="en-GB" dirty="0"/>
              <a:t>Men 16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965567-D69E-4DDB-950B-917FFE5CA6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05579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GB" dirty="0"/>
              <a:t>Liam, Noah, Oliver, Theodore, James, Henry, Mateo, Elijah, Lucas, William, Benjamin, Levi</a:t>
            </a:r>
          </a:p>
          <a:p>
            <a:endParaRPr lang="en-GB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70D30B98-9B45-BAA7-AA47-3B9525CB922F}"/>
              </a:ext>
            </a:extLst>
          </p:cNvPr>
          <p:cNvSpPr txBox="1">
            <a:spLocks/>
          </p:cNvSpPr>
          <p:nvPr/>
        </p:nvSpPr>
        <p:spPr>
          <a:xfrm>
            <a:off x="955158" y="331379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dirty="0"/>
              <a:t>Women 16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827ABEC-3580-366E-C902-D8F93438B74F}"/>
              </a:ext>
            </a:extLst>
          </p:cNvPr>
          <p:cNvSpPr txBox="1">
            <a:spLocks/>
          </p:cNvSpPr>
          <p:nvPr/>
        </p:nvSpPr>
        <p:spPr>
          <a:xfrm>
            <a:off x="955158" y="4274069"/>
            <a:ext cx="10515600" cy="10557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it-IT" dirty="0"/>
              <a:t>Olivia, Emma, Amelia, Charlotte, Mia, Sophia, Isabella, Evelyn, Ava, </a:t>
            </a:r>
            <a:r>
              <a:rPr lang="it-IT" strike="sngStrike" dirty="0">
                <a:solidFill>
                  <a:srgbClr val="FF0000"/>
                </a:solidFill>
              </a:rPr>
              <a:t>Sofia, </a:t>
            </a:r>
            <a:r>
              <a:rPr lang="it-IT" dirty="0"/>
              <a:t>Camila, Harper, Luna, 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014750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6C93C3-A6E5-C713-1E85-E264120FE3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18A6FC-8D07-CAED-5468-03BE6A1E78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Men 34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48388E-FAE2-74C5-767E-26D37F4C56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4525" y="1333495"/>
            <a:ext cx="10515600" cy="1603375"/>
          </a:xfrm>
        </p:spPr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en-GB" dirty="0"/>
              <a:t>Liam, Noah, Oliver, Theodore, James, Henry, Mateo, Elijah, Lucas, William, Benjamin, Levi, Ezra, Sebastian, Jack, Daniel, Samuel, Michael, Ethan, Asher, John, Hudson, Luca, Leo, Elias, Owen, Alexander, Dylan, Santiago, Julian, David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9C6A149D-BF7C-5B95-86AA-799CC343B1AA}"/>
              </a:ext>
            </a:extLst>
          </p:cNvPr>
          <p:cNvSpPr txBox="1">
            <a:spLocks/>
          </p:cNvSpPr>
          <p:nvPr/>
        </p:nvSpPr>
        <p:spPr>
          <a:xfrm>
            <a:off x="955158" y="331379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dirty="0"/>
              <a:t>Women 34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69A8D633-93BF-9650-073A-04D99C90138B}"/>
              </a:ext>
            </a:extLst>
          </p:cNvPr>
          <p:cNvSpPr txBox="1">
            <a:spLocks/>
          </p:cNvSpPr>
          <p:nvPr/>
        </p:nvSpPr>
        <p:spPr>
          <a:xfrm>
            <a:off x="955158" y="4295334"/>
            <a:ext cx="10515600" cy="1055798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it-IT" dirty="0"/>
              <a:t>Olivia, Emma, Amelia, Charlotte, Mia, Sophia, Isabella, Evelyn, Ava, </a:t>
            </a:r>
            <a:r>
              <a:rPr lang="it-IT" strike="sngStrike" dirty="0">
                <a:solidFill>
                  <a:srgbClr val="FF0000"/>
                </a:solidFill>
              </a:rPr>
              <a:t>Sofia, </a:t>
            </a:r>
            <a:r>
              <a:rPr lang="it-IT" dirty="0"/>
              <a:t>Camila, Harper, Luna, Eleanor, Violet, Aurora, Elizabeth, Eliana, Hazel, Chloe, Ellie, Nora, Gianna, Lily, Emily, Aria, Scarlett, Penelope, Zoe, Ella, Avery, Abigail, </a:t>
            </a:r>
          </a:p>
          <a:p>
            <a:pPr marL="0" indent="0" algn="just">
              <a:buNone/>
            </a:pPr>
            <a:endParaRPr lang="it-IT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340964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AC7AEC-DA58-DCD0-CA4F-21C346479E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E03ED-4288-57A4-BF35-FD2AF73AB1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Men 68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6AC185-F13F-71FC-BAFD-3A74B2F121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3381" y="1399503"/>
            <a:ext cx="10515600" cy="1603375"/>
          </a:xfrm>
        </p:spPr>
        <p:txBody>
          <a:bodyPr>
            <a:normAutofit fontScale="70000" lnSpcReduction="20000"/>
          </a:bodyPr>
          <a:lstStyle/>
          <a:p>
            <a:pPr marL="0" indent="0" algn="just">
              <a:buNone/>
            </a:pPr>
            <a:r>
              <a:rPr lang="en-GB" dirty="0"/>
              <a:t>Liam, Noah, Oliver, Theodore, James, Henry, Mateo, Elijah, Lucas, William, Benjamin, Levi, Ezra, Sebastian, Jack, Daniel, Samuel, Michael, Ethan, Asher, John, Hudson, Luca, Leo, Elias, Owen, Alexander, Dylan, Santiago, Julian, David, Joseph, Matthew, Luke, Jackson, Maverick, Miles, Wyatt, Thomas, Isaac, Jacob, Mason, Gabriel, Anthony, Carter, Logan, Aiden, Grayson, Caleb, Cooper, Charles, Roman, Josiah, Ezekiel, Thiago, Isaiah, Joshua, Wesley, Jayden, Bennett, Christopher, Nathan, Angel, Nolan, Waylon, Cameron, Brooks, Andrew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19565BB7-73B1-E79D-B71C-CD9C9004C0B8}"/>
              </a:ext>
            </a:extLst>
          </p:cNvPr>
          <p:cNvSpPr txBox="1">
            <a:spLocks/>
          </p:cNvSpPr>
          <p:nvPr/>
        </p:nvSpPr>
        <p:spPr>
          <a:xfrm>
            <a:off x="955158" y="300287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dirty="0"/>
              <a:t>Women 68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B10D18D4-752A-E979-B3DC-91AB73A6F4E1}"/>
              </a:ext>
            </a:extLst>
          </p:cNvPr>
          <p:cNvSpPr txBox="1">
            <a:spLocks/>
          </p:cNvSpPr>
          <p:nvPr/>
        </p:nvSpPr>
        <p:spPr>
          <a:xfrm>
            <a:off x="1167809" y="4037256"/>
            <a:ext cx="10515600" cy="1055798"/>
          </a:xfrm>
          <a:prstGeom prst="rect">
            <a:avLst/>
          </a:prstGeom>
        </p:spPr>
        <p:txBody>
          <a:bodyPr vert="horz" lIns="91440" tIns="45720" rIns="91440" bIns="45720" rtlCol="0">
            <a:normAutofit fontScale="6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it-IT" dirty="0"/>
              <a:t>Olivia, Emma, Amelia, Charlotte, Mia, Sophia, Isabella, Evelyn, Ava, </a:t>
            </a:r>
            <a:r>
              <a:rPr lang="it-IT" strike="sngStrike" dirty="0">
                <a:solidFill>
                  <a:srgbClr val="FF0000"/>
                </a:solidFill>
              </a:rPr>
              <a:t>Sofia, </a:t>
            </a:r>
            <a:r>
              <a:rPr lang="it-IT" dirty="0"/>
              <a:t>Camila, Harper, Luna, Eleanor, Violet, Aurora, Elizabeth, Eliana, Hazel, Chloe, Ellie, Nora, Gianna, Lily, Emily, Aria, Scarlett, Penelope, Zoe, Ella, Avery, Abigail, Mila, Lucy, Isla, Ivy, Layla, Lainey, Nova, Grace, Willow, Riley, Emilia, Naomi, Elena, Madison, Valentina, Victoria, Stella, Delilah, Maya, Hannah, Leah, Lillian, Genesis, Josephine, Sadie, Adeline, Zoey, Sophie, Paisley, Alice, Ruby, Eloise, Madelyn, Leilani</a:t>
            </a:r>
          </a:p>
          <a:p>
            <a:pPr marL="0" indent="0" algn="just">
              <a:buNone/>
            </a:pPr>
            <a:endParaRPr lang="it-IT" dirty="0"/>
          </a:p>
          <a:p>
            <a:pPr marL="0" indent="0" algn="just">
              <a:buNone/>
            </a:pPr>
            <a:endParaRPr lang="it-IT" dirty="0"/>
          </a:p>
          <a:p>
            <a:pPr marL="0" indent="0" algn="just">
              <a:buNone/>
            </a:pPr>
            <a:endParaRPr lang="it-IT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60641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1289</TotalTime>
  <Words>960</Words>
  <Application>Microsoft Office PowerPoint</Application>
  <PresentationFormat>Widescreen</PresentationFormat>
  <Paragraphs>35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Names for Face-Name Task</vt:lpstr>
      <vt:lpstr>Read me</vt:lpstr>
      <vt:lpstr>Original</vt:lpstr>
      <vt:lpstr>Men 16</vt:lpstr>
      <vt:lpstr>Men 34</vt:lpstr>
      <vt:lpstr>Men 68</vt:lpstr>
      <vt:lpstr>Without Duplicates</vt:lpstr>
      <vt:lpstr>Men 16</vt:lpstr>
      <vt:lpstr>Men 34</vt:lpstr>
      <vt:lpstr>Men 68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Cristina Velasquez</dc:creator>
  <cp:lastModifiedBy>Cristina Velasquez</cp:lastModifiedBy>
  <cp:revision>1</cp:revision>
  <dcterms:created xsi:type="dcterms:W3CDTF">2026-02-12T21:11:48Z</dcterms:created>
  <dcterms:modified xsi:type="dcterms:W3CDTF">2026-02-13T18:41:08Z</dcterms:modified>
</cp:coreProperties>
</file>